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uce" charset="1" panose="00000500000000000000"/>
      <p:regular r:id="rId17"/>
    </p:embeddedFont>
    <p:embeddedFont>
      <p:font typeface="Open Sauce Bold" charset="1" panose="00000800000000000000"/>
      <p:regular r:id="rId18"/>
    </p:embeddedFont>
    <p:embeddedFont>
      <p:font typeface="Open Sauce Italic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79911"/>
            <a:ext cx="14421522" cy="3933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10199" spc="-61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CityPulse — </a:t>
            </a:r>
          </a:p>
          <a:p>
            <a:pPr algn="l">
              <a:lnSpc>
                <a:spcPts val="10199"/>
              </a:lnSpc>
            </a:pPr>
            <a:r>
              <a:rPr lang="en-US" sz="10199" spc="-61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Smart City Information Dashboard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7369021"/>
            <a:ext cx="4560684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  <a:spcBef>
                <a:spcPct val="0"/>
              </a:spcBef>
            </a:pPr>
            <a:r>
              <a:rPr lang="en-US" b="true" sz="2400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7778115"/>
            <a:ext cx="4560684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S24MCAG0030 AHANA KAUR</a:t>
            </a:r>
          </a:p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S24MCAG0019 ANUSHKA GARG</a:t>
            </a:r>
          </a:p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S24MCAG0051 SONALI SINGH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629398"/>
            <a:ext cx="1050505" cy="1263766"/>
          </a:xfrm>
          <a:custGeom>
            <a:avLst/>
            <a:gdLst/>
            <a:ahLst/>
            <a:cxnLst/>
            <a:rect r="r" b="b" t="t" l="l"/>
            <a:pathLst>
              <a:path h="1263766" w="1050505">
                <a:moveTo>
                  <a:pt x="0" y="0"/>
                </a:moveTo>
                <a:lnTo>
                  <a:pt x="1050505" y="0"/>
                </a:lnTo>
                <a:lnTo>
                  <a:pt x="1050505" y="1263766"/>
                </a:lnTo>
                <a:lnTo>
                  <a:pt x="0" y="126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88914" y="4374786"/>
            <a:ext cx="1483618" cy="1537428"/>
          </a:xfrm>
          <a:custGeom>
            <a:avLst/>
            <a:gdLst/>
            <a:ahLst/>
            <a:cxnLst/>
            <a:rect r="r" b="b" t="t" l="l"/>
            <a:pathLst>
              <a:path h="1537428" w="1483618">
                <a:moveTo>
                  <a:pt x="0" y="0"/>
                </a:moveTo>
                <a:lnTo>
                  <a:pt x="1483618" y="0"/>
                </a:lnTo>
                <a:lnTo>
                  <a:pt x="1483618" y="1537428"/>
                </a:lnTo>
                <a:lnTo>
                  <a:pt x="0" y="15374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49128" y="4134098"/>
            <a:ext cx="811369" cy="1759066"/>
          </a:xfrm>
          <a:custGeom>
            <a:avLst/>
            <a:gdLst/>
            <a:ahLst/>
            <a:cxnLst/>
            <a:rect r="r" b="b" t="t" l="l"/>
            <a:pathLst>
              <a:path h="1759066" w="811369">
                <a:moveTo>
                  <a:pt x="0" y="0"/>
                </a:moveTo>
                <a:lnTo>
                  <a:pt x="811369" y="0"/>
                </a:lnTo>
                <a:lnTo>
                  <a:pt x="811369" y="1759066"/>
                </a:lnTo>
                <a:lnTo>
                  <a:pt x="0" y="17590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Project Objective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425565"/>
            <a:ext cx="4310172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 design an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 develop an interactive, client-side smart city dashboard using only HTML, CSS, and JavaScript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8914" y="6425565"/>
            <a:ext cx="4310172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goal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was to simulate a modern urban data portal, focusing on usability, interactivity, and clear data presentation.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49128" y="6425565"/>
            <a:ext cx="4310172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 key 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requirement was to achieve full functionality—including data display, filtering, and popups—without using any backend database or server.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11514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9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211" t="0" r="-5032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4727" y="1967889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Technical Stack &amp; Constraints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4727" y="3051834"/>
            <a:ext cx="205937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Techn</a:t>
            </a: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ologies: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4727" y="3643337"/>
            <a:ext cx="7342398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HTML5: Fo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 semantic structure.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CSS3: For styling, layout (Flexbox/Grid), and animations.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JavaScript (ES6+): For all interactivity and DOM manipulation.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11514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4727" y="5680734"/>
            <a:ext cx="447374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Key Constraints: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4727" y="6438924"/>
            <a:ext cx="7342398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100%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Client-Side: All data (alerts, weather, map zones) is stored in static JavaScript objects and arrays within the HTML file.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No a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lert() / confirm(): All notifications and popups are custom-built HTML/CSS overlays, a core requirement of the project.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Static Deployment: Designed to be deployed on any static host, like GitHub Pages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76250"/>
            <a:ext cx="18288000" cy="7614470"/>
            <a:chOff x="0" y="0"/>
            <a:chExt cx="1811948" cy="7544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1948" cy="754430"/>
            </a:xfrm>
            <a:custGeom>
              <a:avLst/>
              <a:gdLst/>
              <a:ahLst/>
              <a:cxnLst/>
              <a:rect r="r" b="b" t="t" l="l"/>
              <a:pathLst>
                <a:path h="754430" w="1811948">
                  <a:moveTo>
                    <a:pt x="1811948" y="0"/>
                  </a:moveTo>
                  <a:lnTo>
                    <a:pt x="1811948" y="640130"/>
                  </a:lnTo>
                  <a:lnTo>
                    <a:pt x="905974" y="754430"/>
                  </a:lnTo>
                  <a:lnTo>
                    <a:pt x="0" y="640130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11948" cy="687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Application Features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5727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Application Features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11514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370229" y="3715592"/>
            <a:ext cx="11525738" cy="1447800"/>
            <a:chOff x="0" y="0"/>
            <a:chExt cx="15367651" cy="19304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5528693" y="-47625"/>
              <a:ext cx="4310265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i="true">
                  <a:solidFill>
                    <a:srgbClr val="8C7753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Key Insight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963295"/>
              <a:ext cx="15367651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i="true">
                  <a:solidFill>
                    <a:srgbClr val="331B0D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Th</a:t>
              </a:r>
              <a:r>
                <a:rPr lang="en-US" sz="2100" i="true">
                  <a:solidFill>
                    <a:srgbClr val="331B0D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e application is a Single Page Application (SPA) framework, simulated using JavaScript to dynamically show and hide four main views: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9743" y="6252937"/>
            <a:ext cx="15466709" cy="2398095"/>
            <a:chOff x="0" y="0"/>
            <a:chExt cx="20622279" cy="319745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058845"/>
              <a:ext cx="4441188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Home</a:t>
              </a: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Dashboard: At-a-glance city overview and key metrics.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716589" y="-57150"/>
              <a:ext cx="300801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8C7753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393688" y="1058845"/>
              <a:ext cx="4453775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</a:t>
              </a: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ity Alerts: A filterable and sortable list of civic news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112308" y="-57150"/>
              <a:ext cx="301653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8C7753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6195627" y="1239754"/>
              <a:ext cx="4426652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Citizen</a:t>
              </a: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Connect: A feedback form with custom client-side validation.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6909870" y="123759"/>
              <a:ext cx="299816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8C7753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4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0801938" y="1058845"/>
              <a:ext cx="4441188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</a:t>
              </a: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nteractive Map: Clickable city zones with details-on-demand.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1518527" y="-57150"/>
              <a:ext cx="300801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8C7753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5430" y="5183979"/>
            <a:ext cx="1706721" cy="1733445"/>
          </a:xfrm>
          <a:custGeom>
            <a:avLst/>
            <a:gdLst/>
            <a:ahLst/>
            <a:cxnLst/>
            <a:rect r="r" b="b" t="t" l="l"/>
            <a:pathLst>
              <a:path h="1733445" w="1706721">
                <a:moveTo>
                  <a:pt x="0" y="0"/>
                </a:moveTo>
                <a:lnTo>
                  <a:pt x="1706721" y="0"/>
                </a:lnTo>
                <a:lnTo>
                  <a:pt x="1706721" y="1733445"/>
                </a:lnTo>
                <a:lnTo>
                  <a:pt x="0" y="1733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92829" y="4450090"/>
            <a:ext cx="9769874" cy="4808210"/>
          </a:xfrm>
          <a:custGeom>
            <a:avLst/>
            <a:gdLst/>
            <a:ahLst/>
            <a:cxnLst/>
            <a:rect r="r" b="b" t="t" l="l"/>
            <a:pathLst>
              <a:path h="4808210" w="9769874">
                <a:moveTo>
                  <a:pt x="0" y="0"/>
                </a:moveTo>
                <a:lnTo>
                  <a:pt x="9769874" y="0"/>
                </a:lnTo>
                <a:lnTo>
                  <a:pt x="9769874" y="4808210"/>
                </a:lnTo>
                <a:lnTo>
                  <a:pt x="0" y="4808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812" t="-23213" r="-18353" b="-3127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Feature: Home Dashboard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5727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Feature Deep Dive (1/4): Home Dashboard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11514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92829" y="3821904"/>
            <a:ext cx="205937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Visual: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35421" y="3821904"/>
            <a:ext cx="279265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Key Components: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35421" y="4646769"/>
            <a:ext cx="4401325" cy="408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Live Data Widgets: Temperature, "Feels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Like," and a live-updating clock.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Dynamic AQI: An SVG arc that dynamically changes its length and color based on the AQI value.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Traffic Density: A CSS-driven progress bar.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Data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Trends: A simple bar chart rendered using CSS.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62151" y="3037044"/>
            <a:ext cx="954919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Displays</a:t>
            </a: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summarized city data from the CITY JavaScript object.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452938"/>
            <a:ext cx="6007774" cy="2735386"/>
            <a:chOff x="0" y="0"/>
            <a:chExt cx="1582294" cy="720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2294" cy="720431"/>
            </a:xfrm>
            <a:custGeom>
              <a:avLst/>
              <a:gdLst/>
              <a:ahLst/>
              <a:cxnLst/>
              <a:rect r="r" b="b" t="t" l="l"/>
              <a:pathLst>
                <a:path h="720431" w="1582294">
                  <a:moveTo>
                    <a:pt x="1379094" y="0"/>
                  </a:moveTo>
                  <a:lnTo>
                    <a:pt x="0" y="0"/>
                  </a:lnTo>
                  <a:lnTo>
                    <a:pt x="0" y="720431"/>
                  </a:lnTo>
                  <a:lnTo>
                    <a:pt x="1379094" y="720431"/>
                  </a:lnTo>
                  <a:lnTo>
                    <a:pt x="1582294" y="360215"/>
                  </a:lnTo>
                  <a:lnTo>
                    <a:pt x="1379094" y="0"/>
                  </a:lnTo>
                  <a:close/>
                </a:path>
              </a:pathLst>
            </a:custGeom>
            <a:solidFill>
              <a:srgbClr val="8C77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7994" cy="768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8408" y="3452938"/>
            <a:ext cx="7054547" cy="2735386"/>
            <a:chOff x="0" y="0"/>
            <a:chExt cx="1857988" cy="7204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57988" cy="720431"/>
            </a:xfrm>
            <a:custGeom>
              <a:avLst/>
              <a:gdLst/>
              <a:ahLst/>
              <a:cxnLst/>
              <a:rect r="r" b="b" t="t" l="l"/>
              <a:pathLst>
                <a:path h="720431" w="1857988">
                  <a:moveTo>
                    <a:pt x="0" y="0"/>
                  </a:moveTo>
                  <a:lnTo>
                    <a:pt x="1654788" y="0"/>
                  </a:lnTo>
                  <a:lnTo>
                    <a:pt x="1857988" y="360215"/>
                  </a:lnTo>
                  <a:lnTo>
                    <a:pt x="1654788" y="720431"/>
                  </a:lnTo>
                  <a:lnTo>
                    <a:pt x="0" y="720431"/>
                  </a:lnTo>
                  <a:lnTo>
                    <a:pt x="203200" y="3602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753">
                <a:alpha val="8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77800" y="-47625"/>
              <a:ext cx="1603988" cy="768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761999" y="3452938"/>
            <a:ext cx="7532827" cy="2735386"/>
            <a:chOff x="0" y="0"/>
            <a:chExt cx="1983954" cy="7204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3954" cy="720431"/>
            </a:xfrm>
            <a:custGeom>
              <a:avLst/>
              <a:gdLst/>
              <a:ahLst/>
              <a:cxnLst/>
              <a:rect r="r" b="b" t="t" l="l"/>
              <a:pathLst>
                <a:path h="720431" w="1983954">
                  <a:moveTo>
                    <a:pt x="0" y="0"/>
                  </a:moveTo>
                  <a:lnTo>
                    <a:pt x="1780754" y="0"/>
                  </a:lnTo>
                  <a:lnTo>
                    <a:pt x="1983954" y="360215"/>
                  </a:lnTo>
                  <a:lnTo>
                    <a:pt x="1780754" y="720431"/>
                  </a:lnTo>
                  <a:lnTo>
                    <a:pt x="0" y="720431"/>
                  </a:lnTo>
                  <a:lnTo>
                    <a:pt x="203200" y="3602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753">
                <a:alpha val="6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77800" y="-47625"/>
              <a:ext cx="1729954" cy="768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399631" y="5853972"/>
            <a:ext cx="13888369" cy="5147629"/>
          </a:xfrm>
          <a:custGeom>
            <a:avLst/>
            <a:gdLst/>
            <a:ahLst/>
            <a:cxnLst/>
            <a:rect r="r" b="b" t="t" l="l"/>
            <a:pathLst>
              <a:path h="5147629" w="13888369">
                <a:moveTo>
                  <a:pt x="0" y="0"/>
                </a:moveTo>
                <a:lnTo>
                  <a:pt x="13888369" y="0"/>
                </a:lnTo>
                <a:lnTo>
                  <a:pt x="13888369" y="5147629"/>
                </a:lnTo>
                <a:lnTo>
                  <a:pt x="0" y="5147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15" t="-32274" r="-18644" b="-7512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Feature: City Alerts &amp; News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3203674" y="9220200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05727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Feature Deep Dive (2/4): City Alerts &amp; News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11514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9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7232" y="4161527"/>
            <a:ext cx="3785259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Dynamic Filtering: Use</a:t>
            </a: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rs can select "chips" (e.g., Traffic, Weather) to filter alerts by type.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69354" y="4242463"/>
            <a:ext cx="378525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Sorting: A dropdown menu allows so</a:t>
            </a: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rting by Newest, Oldest, or Type.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92024" y="3870988"/>
            <a:ext cx="4108744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Custom Modal: Clicking any alert opens a custom-built</a:t>
            </a: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modal with more details, fulfilling the "no alert()" constraint.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7011" y="2906556"/>
            <a:ext cx="10637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Dy</a:t>
            </a: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namically renders a list of alerts from the ALERTS JavaScript array.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03887" y="6464548"/>
            <a:ext cx="124773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VISUAL: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626163" y="5724455"/>
            <a:ext cx="9642291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" id="3"/>
          <p:cNvSpPr/>
          <p:nvPr/>
        </p:nvSpPr>
        <p:spPr>
          <a:xfrm>
            <a:off x="9352446" y="3772466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621295" y="5724491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5" id="5"/>
          <p:cNvSpPr/>
          <p:nvPr/>
        </p:nvSpPr>
        <p:spPr>
          <a:xfrm>
            <a:off x="13463837" y="3783790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88404" y="4604809"/>
            <a:ext cx="8878875" cy="5800717"/>
          </a:xfrm>
          <a:custGeom>
            <a:avLst/>
            <a:gdLst/>
            <a:ahLst/>
            <a:cxnLst/>
            <a:rect r="r" b="b" t="t" l="l"/>
            <a:pathLst>
              <a:path h="5800717" w="8878875">
                <a:moveTo>
                  <a:pt x="0" y="0"/>
                </a:moveTo>
                <a:lnTo>
                  <a:pt x="8878875" y="0"/>
                </a:lnTo>
                <a:lnTo>
                  <a:pt x="8878875" y="5800717"/>
                </a:lnTo>
                <a:lnTo>
                  <a:pt x="0" y="58007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737625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Feature: Interactive Map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95551" y="8984615"/>
            <a:ext cx="358019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05727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Feature Deep Dive (3/4): Interactive Map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11514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88258" y="3574310"/>
            <a:ext cx="218431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Hover Eff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ec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ts: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88258" y="4201055"/>
            <a:ext cx="3313680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Zo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gh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light 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mou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se-ov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u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sing CSS and JavaScript event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ener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s.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859420" y="6305516"/>
            <a:ext cx="218431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Mod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al Po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pups: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72774" y="6930356"/>
            <a:ext cx="4219332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Click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ing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 zon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ns the custo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 m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od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al 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y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spe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ifi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informa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tion 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oad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ed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 the ZONES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JavaSc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ript objec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65210" y="3585634"/>
            <a:ext cx="276188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Cl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ckable Zo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es: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65210" y="4212379"/>
            <a:ext cx="3710537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ch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zo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ne (Par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ks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,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pit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s,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etc.)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licka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61156" y="3585634"/>
            <a:ext cx="1573807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Features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1914" y="2791223"/>
            <a:ext cx="855208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i="true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Features an SVG map with clickable zones defined in the HTML.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2416293" y="2416293"/>
            <a:ext cx="10418324" cy="5585737"/>
          </a:xfrm>
          <a:custGeom>
            <a:avLst/>
            <a:gdLst/>
            <a:ahLst/>
            <a:cxnLst/>
            <a:rect r="r" b="b" t="t" l="l"/>
            <a:pathLst>
              <a:path h="5585737" w="10418324">
                <a:moveTo>
                  <a:pt x="0" y="0"/>
                </a:moveTo>
                <a:lnTo>
                  <a:pt x="10418324" y="0"/>
                </a:lnTo>
                <a:lnTo>
                  <a:pt x="10418324" y="5585738"/>
                </a:lnTo>
                <a:lnTo>
                  <a:pt x="0" y="5585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8" r="0" b="-497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36560" y="2405637"/>
            <a:ext cx="8918289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Feature: Citizen Connect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09366" y="92011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Feature Deep Dive (4/4): Citizen Connect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411514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36560" y="3240953"/>
            <a:ext cx="891828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 fu</a:t>
            </a: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lly functional contact form for user feedback.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36560" y="4450956"/>
            <a:ext cx="543394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Key Functionality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36560" y="5209146"/>
            <a:ext cx="8918289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Clien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t-Side Validation: The form is validated in-browser using JavaScript.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Custom Error Messages: Checks for name length, valid email format (using RegEx), and message length. Error messages are displayed dynamically in the DOM.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Succes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 Modal: On successful submission, a custom modal appears to confirm the (simulated) submission.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661466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Code Highlights: How It Works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Code Highlights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11514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938" y="2593935"/>
            <a:ext cx="775573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i="true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 look at the JavaScript functions that power the dashboard.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9773" y="3584204"/>
            <a:ext cx="416564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View Switching (SPA Simulation):</a:t>
            </a:r>
          </a:p>
        </p:txBody>
      </p:sp>
      <p:sp>
        <p:nvSpPr>
          <p:cNvPr name="Freeform 8" id="8" descr="Code image preview"/>
          <p:cNvSpPr/>
          <p:nvPr/>
        </p:nvSpPr>
        <p:spPr>
          <a:xfrm flipH="false" flipV="false" rot="0">
            <a:off x="781741" y="4292864"/>
            <a:ext cx="7507344" cy="1956751"/>
          </a:xfrm>
          <a:custGeom>
            <a:avLst/>
            <a:gdLst/>
            <a:ahLst/>
            <a:cxnLst/>
            <a:rect r="r" b="b" t="t" l="l"/>
            <a:pathLst>
              <a:path h="1956751" w="7507344">
                <a:moveTo>
                  <a:pt x="0" y="0"/>
                </a:moveTo>
                <a:lnTo>
                  <a:pt x="7507344" y="0"/>
                </a:lnTo>
                <a:lnTo>
                  <a:pt x="7507344" y="1956750"/>
                </a:lnTo>
                <a:lnTo>
                  <a:pt x="0" y="195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9862" r="0" b="-15380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2755" y="6544889"/>
            <a:ext cx="412265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Custom Modal Logic (No alert()):</a:t>
            </a:r>
          </a:p>
        </p:txBody>
      </p:sp>
      <p:sp>
        <p:nvSpPr>
          <p:cNvPr name="Freeform 10" id="10" descr="Code image preview"/>
          <p:cNvSpPr/>
          <p:nvPr/>
        </p:nvSpPr>
        <p:spPr>
          <a:xfrm flipH="false" flipV="false" rot="0">
            <a:off x="781741" y="7253549"/>
            <a:ext cx="6686453" cy="2232919"/>
          </a:xfrm>
          <a:custGeom>
            <a:avLst/>
            <a:gdLst/>
            <a:ahLst/>
            <a:cxnLst/>
            <a:rect r="r" b="b" t="t" l="l"/>
            <a:pathLst>
              <a:path h="2232919" w="6686453">
                <a:moveTo>
                  <a:pt x="0" y="0"/>
                </a:moveTo>
                <a:lnTo>
                  <a:pt x="6686453" y="0"/>
                </a:lnTo>
                <a:lnTo>
                  <a:pt x="6686453" y="2232919"/>
                </a:lnTo>
                <a:lnTo>
                  <a:pt x="0" y="2232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2167" r="-1309" b="-10120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784669" y="3584204"/>
            <a:ext cx="323349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Dynamic Form Validation:</a:t>
            </a:r>
          </a:p>
        </p:txBody>
      </p:sp>
      <p:sp>
        <p:nvSpPr>
          <p:cNvPr name="Freeform 12" id="12" descr="Code image preview"/>
          <p:cNvSpPr/>
          <p:nvPr/>
        </p:nvSpPr>
        <p:spPr>
          <a:xfrm flipH="false" flipV="false" rot="0">
            <a:off x="9485304" y="4292864"/>
            <a:ext cx="7450897" cy="3272812"/>
          </a:xfrm>
          <a:custGeom>
            <a:avLst/>
            <a:gdLst/>
            <a:ahLst/>
            <a:cxnLst/>
            <a:rect r="r" b="b" t="t" l="l"/>
            <a:pathLst>
              <a:path h="3272812" w="7450897">
                <a:moveTo>
                  <a:pt x="0" y="0"/>
                </a:moveTo>
                <a:lnTo>
                  <a:pt x="7450897" y="0"/>
                </a:lnTo>
                <a:lnTo>
                  <a:pt x="7450897" y="3272811"/>
                </a:lnTo>
                <a:lnTo>
                  <a:pt x="0" y="32728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3830" r="0" b="-6383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57275"/>
            <a:ext cx="367746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411514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1698" y="3824131"/>
            <a:ext cx="549738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Statu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1698" y="4586187"/>
            <a:ext cx="5169072" cy="191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Comp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The CityPulse.htm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f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il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succe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ssful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ly meets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ll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objectives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and 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echnic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al constra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ts outl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ined in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th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pr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oj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ect descr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iption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87851" y="3824131"/>
            <a:ext cx="937144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Achievements: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87851" y="4403251"/>
            <a:ext cx="9371449" cy="337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Built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 highly interactive, data-driven das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 using only vanilla JavaScript.</a:t>
            </a:r>
          </a:p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Successfully simulated a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full-sta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ck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appl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catio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's user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in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fac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e.</a:t>
            </a:r>
          </a:p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Implemented all interactivity, including filters, sorting, and modals, without external libraries or a backend.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989777"/>
            <a:ext cx="343640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Conclusion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450" y="2696608"/>
            <a:ext cx="10910528" cy="173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End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7369021"/>
            <a:ext cx="4560684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  <a:spcBef>
                <a:spcPct val="0"/>
              </a:spcBef>
            </a:pPr>
            <a:r>
              <a:rPr lang="en-US" b="true" sz="2400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7778115"/>
            <a:ext cx="4560684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S24MCAG0030 AHANA KAUR</a:t>
            </a:r>
          </a:p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S24MCAG0019 ANUSHKA GARG</a:t>
            </a:r>
          </a:p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S24MCAG0051 SONALI SINGH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DAG43PN9Obo</dc:identifier>
  <dcterms:modified xsi:type="dcterms:W3CDTF">2011-08-01T06:04:30Z</dcterms:modified>
  <cp:revision>1</cp:revision>
  <dc:title>web tech hackathon</dc:title>
</cp:coreProperties>
</file>